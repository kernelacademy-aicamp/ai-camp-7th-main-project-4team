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D1B"/>
                </a:solidFill>
                <a:latin typeface="맑은 고딕"/>
              </a:rPr>
              <a:t>하나의 문제, 두 개의 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987552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112745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9CC3AE"/>
                </a:solidFill>
                <a:latin typeface="맑은 고딕"/>
              </a:rPr>
              <a:t>핵심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73936"/>
            <a:ext cx="112745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맑은 고딕"/>
              </a:rPr>
              <a:t>“새 옷을 확신하고 사지 못한다 —  사이즈도, 스타일도.”</a:t>
            </a:r>
          </a:p>
        </p:txBody>
      </p:sp>
      <p:sp>
        <p:nvSpPr>
          <p:cNvPr id="7" name="Down Arrow 6"/>
          <p:cNvSpPr/>
          <p:nvPr/>
        </p:nvSpPr>
        <p:spPr>
          <a:xfrm>
            <a:off x="3072384" y="2450592"/>
            <a:ext cx="164592" cy="27432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8951976" y="2450592"/>
            <a:ext cx="164592" cy="27432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871216"/>
            <a:ext cx="5404104" cy="2834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871216"/>
            <a:ext cx="5404104" cy="420624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4A3B"/>
                </a:solidFill>
                <a:latin typeface="맑은 고딕"/>
              </a:rPr>
              <a:t>A · 사이즈 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99008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자체 설문 n=31 · 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93008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HOW MIGHT WE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49039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“치수를 재지 않고도, 안 입어본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59936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브랜드에서 내 사이즈를 알 수 있을까?”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28032"/>
            <a:ext cx="5001768" cy="566928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010912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E4A3B"/>
                </a:solidFill>
                <a:latin typeface="맑은 고딕"/>
              </a:rPr>
              <a:t>정답이 있는 문제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871216"/>
            <a:ext cx="5404104" cy="2834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7648" y="2871216"/>
            <a:ext cx="5404104" cy="420624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97180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5654A"/>
                </a:solidFill>
                <a:latin typeface="맑은 고딕"/>
              </a:rPr>
              <a:t>B · 스타일 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99008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자체 설문 n=31 · 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493008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HOW MIGHT WE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749039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“나에게 어울리는지 판단할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059936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기준을 어떻게 줄 수 있을까?”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28816" y="4828032"/>
            <a:ext cx="5001768" cy="566928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5010912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5654A"/>
                </a:solidFill>
                <a:latin typeface="맑은 고딕"/>
              </a:rPr>
              <a:t>정답이 없는 문제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61888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15D"/>
                </a:solidFill>
                <a:latin typeface="맑은 고딕"/>
              </a:rPr>
              <a:t>설문 → 저니맵 → 5 Whys가 이 두 문장으로 모인다.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