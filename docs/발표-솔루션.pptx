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D1B"/>
                </a:solidFill>
                <a:latin typeface="맑은 고딕"/>
              </a:rPr>
              <a:t>성질이 다른 두 문제를, 다른 방법으로 푼다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89888"/>
            <a:ext cx="11274552" cy="969264"/>
          </a:xfrm>
          <a:prstGeom prst="roundRect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36192"/>
            <a:ext cx="112745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9CC3AE"/>
                </a:solidFill>
                <a:latin typeface="맑은 고딕"/>
              </a:rPr>
              <a:t>핏팅은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112745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“내 몸에 맞는 사이즈와,  나에게 어울리는 스타일을 함께 찾아주는 서비스”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404104" cy="276148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62656"/>
            <a:ext cx="4855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4A3B"/>
                </a:solidFill>
                <a:latin typeface="맑은 고딕"/>
              </a:rPr>
              <a:t>A · 사이즈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98094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8B908B"/>
                </a:solidFill>
                <a:latin typeface="맑은 고딕"/>
              </a:rPr>
              <a:t>설문 38%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10128"/>
            <a:ext cx="4855464" cy="475488"/>
          </a:xfrm>
          <a:prstGeom prst="round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4"/>
            <a:ext cx="4855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4A3B"/>
                </a:solidFill>
                <a:latin typeface="맑은 고딕"/>
              </a:rPr>
              <a:t>정답이 있다   →   도구로 푼다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86784"/>
            <a:ext cx="48554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908B"/>
                </a:solidFill>
                <a:latin typeface="맑은 고딕"/>
              </a:rPr>
              <a:t>MVP 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87952"/>
            <a:ext cx="485546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A1D1B"/>
                </a:solidFill>
                <a:latin typeface="맑은 고딕"/>
              </a:rPr>
              <a:t>사이즈 진단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91456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15D"/>
                </a:solidFill>
                <a:latin typeface="맑은 고딕"/>
              </a:rPr>
              <a:t>치수는 계산된다.</a:t>
            </a:r>
          </a:p>
          <a:p>
            <a:pPr algn="ctr"/>
            <a:r>
              <a:rPr sz="1050" b="0">
                <a:solidFill>
                  <a:srgbClr val="5B615D"/>
                </a:solidFill>
                <a:latin typeface="맑은 고딕"/>
              </a:rPr>
              <a:t>내 몸을 기준으로 브랜드 사이즈를 환산한다.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743200"/>
            <a:ext cx="5404104" cy="276148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962656"/>
            <a:ext cx="4855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5654A"/>
                </a:solidFill>
                <a:latin typeface="맑은 고딕"/>
              </a:rPr>
              <a:t>B · 스타일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2" y="2980944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8B908B"/>
                </a:solidFill>
                <a:latin typeface="맑은 고딕"/>
              </a:rPr>
              <a:t>설문 40%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1968" y="3310128"/>
            <a:ext cx="4855464" cy="475488"/>
          </a:xfrm>
          <a:prstGeom prst="roundRect">
            <a:avLst/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438144"/>
            <a:ext cx="4855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5654A"/>
                </a:solidFill>
                <a:latin typeface="맑은 고딕"/>
              </a:rPr>
              <a:t>정답이 없다   →   사람이 푼다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986784"/>
            <a:ext cx="48554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B908B"/>
                </a:solidFill>
                <a:latin typeface="맑은 고딕"/>
              </a:rPr>
              <a:t>MVP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187952"/>
            <a:ext cx="485546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A1D1B"/>
                </a:solidFill>
                <a:latin typeface="맑은 고딕"/>
              </a:rPr>
              <a:t>전문가 매칭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791456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15D"/>
                </a:solidFill>
                <a:latin typeface="맑은 고딕"/>
              </a:rPr>
              <a:t>취향은 판단이 필요하다.</a:t>
            </a:r>
          </a:p>
          <a:p>
            <a:pPr algn="ctr"/>
            <a:r>
              <a:rPr sz="1050" b="0">
                <a:solidFill>
                  <a:srgbClr val="5B615D"/>
                </a:solidFill>
                <a:latin typeface="맑은 고딕"/>
              </a:rPr>
              <a:t>체형과 상황을 아는 전문가에게 연결한다.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05856"/>
            <a:ext cx="11274552" cy="658368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907024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E4A3B"/>
                </a:solidFill>
                <a:latin typeface="맑은 고딕"/>
              </a:rPr>
              <a:t>두 축은 하나로 이어진다   —   ① 로 내 몸을 알고,  그 결과를 들고 ② 로 간다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