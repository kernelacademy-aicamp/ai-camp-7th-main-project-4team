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C40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가입 온보딩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“쇼퍼 지원” 클릭 → 가입 → 이력·포트폴리오 → 쇼퍼 포털(pro.html)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색·폰트 없이 화면 뼈대와 흐름만 담은 저해상도 와이어프레임 · 핏팅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위저드 · 각 단계는 진행표시(1/5…)와 뒤로가기 제공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22376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“쇼퍼 지원” 클릭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95144" y="288036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511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511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3944" y="288036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799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99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52744" y="288036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87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087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이력·전문분야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81544" y="288036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375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375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10344" y="288036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66376" y="2880360"/>
            <a:ext cx="15727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6376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6637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pro.html (쇼퍼 지원 포털)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재방문: 이미 가입한 쇼퍼가 “쇼퍼 지원”을 다시 누르면 온보딩을 건너뛰고 pro.html로 바로 이동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SP-0 · 소개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역할을 3초 안에 이해시키고 시작하게 만드는 입구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닫기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103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🧑‍💼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안목으로 수익을 만들어보세요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154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체형·상황에 맞춰 스타일을 제안하고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수익을 얻는 쇼퍼가 되어보세요.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3931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요청 받기      ✔ 제안·코디      ✔ 정산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25880" y="45262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526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시작하기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25880" y="5166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고객 화면으로 돌아가기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화면에서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진입점: 메인 헤더의 “쇼퍼 지원” 클릭 → 이 화면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소개 3줄 + 혜택 3칩(요청 받기 / 제안·코디 / 정산)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[쇼퍼 시작하기] → SP-1 가입으로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[← 고객 화면] · [✕ 닫기] → index.html로 복귀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SP-1 · 가입(계정)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이메일·약관 동의로 계정 생성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가입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011680"/>
            <a:ext cx="685800" cy="8229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2860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(필수)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2532888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2532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sohee@example.com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(선택)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3355848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33558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25880" y="399592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8488" y="397764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(필수) 서비스 이용약관 동의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25880" y="43616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18488" y="434340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마케팅 정보 수신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25880" y="48920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입력·검증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이메일: 형식 검증(@ 포함) — 틀리면 [다음] 비활성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연락처: 선택 입력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동의(필수): 체크 안 하면 [다음] 비활성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처리: 이미 가입한 쇼퍼면 이 화면을 건너뛰고 pro.html로 바로 이동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SP-2 · 기본 정보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활동명 + 서비스 유형별 가격(온라인/방문)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011680"/>
            <a:ext cx="1371600" cy="8229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2402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활동명 (고객에게 보여요)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2487168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쇼퍼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0449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유형별 가격 (제공할 유형 켜기)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33832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C4043"/>
          </a:solidFill>
          <a:ln w="12700">
            <a:solidFill>
              <a:srgbClr val="3C4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3355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스타일링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32918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25880" y="3931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C4043"/>
          </a:solidFill>
          <a:ln w="12700">
            <a:solidFill>
              <a:srgbClr val="3C4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922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00200" y="3904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84048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343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화상 서비스는 추후 추가 예정 · 보류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25880" y="480060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800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활동명: 고객에게 노출 — 빈 값이면 [다음] 비활성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유형별로 각각 가격 입력 (예: 온라인 35,000 · 방문 120,000)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1개 유형을 켜야 진행 · 켠 유형 가격이 0이면 비활성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화상 서비스: 이번 범위 보류(추후 같은 구조로 확장)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계약: services[] = [{type,label,price}] → 제안폼 기본값 = 대표 가격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SP-3 · 이력·전문분야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소개·경력·전문분야 태그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이력·전문분야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011680"/>
            <a:ext cx="2057400" cy="8229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2860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 (필수)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2532888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2532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데일리·소개팅룩 전문 스타일리스트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소개 (선택)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3355848"/>
            <a:ext cx="3429000" cy="685800"/>
          </a:xfrm>
          <a:prstGeom prst="roundRect">
            <a:avLst>
              <a:gd name="adj" fmla="val 6667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342900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쇼핑몰 MD 출신, 비대면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큐레이션이 강점이에요.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42519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분야 (여러 개 선택)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25880" y="452628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3970">
            <a:solidFill>
              <a:srgbClr val="3C4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526280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9424" y="452628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3970">
            <a:solidFill>
              <a:srgbClr val="3C4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9424" y="4526280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소개팅룩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526280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3970">
            <a:solidFill>
              <a:srgbClr val="3C4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4526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25880" y="4928616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C4C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92861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+오피스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49424" y="4928616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C4C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4928616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+하객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25880" y="54406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소개(필수): 프로필 첫인상 영역에 노출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소개(선택): 프로필 “소개” 문단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전문분야 태그: 프리셋 선택 + 직접 추가, 최소 1개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계약: tagline · bio · specialties[]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SP-4 · 포트폴리오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작업 사진 등록(최대 8장)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011680"/>
            <a:ext cx="2743200" cy="8229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3317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작업 사진 (최대 8장)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2651760"/>
            <a:ext cx="749808" cy="749808"/>
          </a:xfrm>
          <a:prstGeom prst="roundRect">
            <a:avLst>
              <a:gd name="adj" fmla="val 7317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325880" y="2651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40280" y="2651760"/>
            <a:ext cx="749808" cy="749808"/>
          </a:xfrm>
          <a:prstGeom prst="roundRect">
            <a:avLst>
              <a:gd name="adj" fmla="val 7317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40280" y="2651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4680" y="2651760"/>
            <a:ext cx="749808" cy="749808"/>
          </a:xfrm>
          <a:prstGeom prst="roundRect">
            <a:avLst>
              <a:gd name="adj" fmla="val 7317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154680" y="2651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69080" y="2651760"/>
            <a:ext cx="749808" cy="749808"/>
          </a:xfrm>
          <a:prstGeom prst="roundRect">
            <a:avLst>
              <a:gd name="adj" fmla="val 7317"/>
            </a:avLst>
          </a:prstGeom>
          <a:solidFill>
            <a:srgbClr val="F4F5F6"/>
          </a:solidFill>
          <a:ln w="12700">
            <a:solidFill>
              <a:srgbClr val="C4C8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069080" y="2651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6301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이 브라우저에만 임시 저장돼요(데모).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없다면 나중에 등록해도 됩니다.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25880" y="48920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완료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325880" y="5532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하기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입력·상태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선택 → 썸네일 미리보기(MVP는 로컬 미리보기만, 실업로드 v2)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0장이어도 “나중에 하기”로 진행 허용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아니면 무시 + 안내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계약: portfolio[] (dataURL 배열)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3C4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74520" y="329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SP-5 · 완료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7452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완료 → 쇼퍼 포털 진입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977640" cy="5212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9AA0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07592" y="1380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완료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3807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801368"/>
            <a:ext cx="3611880" cy="0"/>
          </a:xfrm>
          <a:prstGeom prst="line">
            <a:avLst/>
          </a:prstGeom>
          <a:noFill/>
          <a:ln w="12700">
            <a:solidFill>
              <a:srgbClr val="C4C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011680"/>
            <a:ext cx="3429000" cy="8229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606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등록 완료!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8404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쇼퍼님, 이제 고객 요청을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0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있어요.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25880" y="48920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3C4043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포털 시작하기 →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23560" y="13716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1828800"/>
            <a:ext cx="5989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가입에서 모은 값을 localStorage(fitting.pro.profile)에 저장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[쇼퍼 포털 시작하기] → web/pro.html 대시보드로 진입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포털은 저장된 프로필(이름·서비스·가격·전문분야·포트폴리오)을 읽어 표시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0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재방문 시 이 온보딩은 건너뜀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쇼퍼 가입 온보딩 — 와이어프레임</dc:title>
  <dc:subject>PptxGenJS Presentation</dc:subject>
  <dc:creator>핏팅 팀장</dc:creator>
  <cp:lastModifiedBy>핏팅 팀장</cp:lastModifiedBy>
  <cp:revision>1</cp:revision>
  <dcterms:created xsi:type="dcterms:W3CDTF">2026-07-08T03:58:55Z</dcterms:created>
  <dcterms:modified xsi:type="dcterms:W3CDTF">2026-07-08T03:58:55Z</dcterms:modified>
</cp:coreProperties>
</file>