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65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쇼퍼 지원 포털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448056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그린 화면 뼈대 · 구조·배치만 (low-fi)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WIREFRAME / SKETCH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88920" y="1143000"/>
            <a:ext cx="0" cy="530352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758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04120" y="758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 계정 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대시보드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1865376"/>
            <a:ext cx="146304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요청 내역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먼저 제안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255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내 프로필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받은 후기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1289304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1908810" cy="7772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2024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46370" y="1920240"/>
            <a:ext cx="1908810" cy="7772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6370" y="192024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38060" y="1920240"/>
            <a:ext cx="1908810" cy="7772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8060" y="192024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29750" y="1920240"/>
            <a:ext cx="1908810" cy="7772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9750" y="192024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8183880" cy="10058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9718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응답 필요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4160520"/>
            <a:ext cx="8183880" cy="128016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4160520"/>
            <a:ext cx="8183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요청 목록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88920" y="1143000"/>
            <a:ext cx="0" cy="530352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758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04120" y="758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 계정 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대시보드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요청 내역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2432304"/>
            <a:ext cx="146304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먼저 제안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255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내 프로필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받은 후기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1289304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내역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8183880" cy="105156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20240"/>
            <a:ext cx="8183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요청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108960"/>
            <a:ext cx="8183880" cy="14173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108960"/>
            <a:ext cx="8183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4663440"/>
            <a:ext cx="8183880" cy="86868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4663440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취소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88920" y="1143000"/>
            <a:ext cx="0" cy="530352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758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04120" y="758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 계정 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대시보드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요청 내역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먼저 제안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2999232"/>
            <a:ext cx="146304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55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내 프로필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받은 후기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1289304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제안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8183880" cy="18288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20240"/>
            <a:ext cx="8183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제안받기 원하는 고객 리스트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931920"/>
            <a:ext cx="8183880" cy="13716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931920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보낸 제안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88920" y="1143000"/>
            <a:ext cx="0" cy="530352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758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04120" y="758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 계정 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대시보드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요청 내역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먼저 제안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내 프로필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3566160"/>
            <a:ext cx="146304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받은 후기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1289304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편집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1005840" cy="9144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202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6995160" cy="9144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920240"/>
            <a:ext cx="6995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8183880" cy="10058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9718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서비스별 가격 + 활동지역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4114800"/>
            <a:ext cx="3928262" cy="7315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114800"/>
            <a:ext cx="39282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전문분야·스타일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10298" y="4114800"/>
            <a:ext cx="3928262" cy="7315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0298" y="4114800"/>
            <a:ext cx="39282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4983480"/>
            <a:ext cx="8183880" cy="64008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498348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88920" y="1143000"/>
            <a:ext cx="0" cy="530352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758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04120" y="758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 계정 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대시보드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요청 내역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688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먼저 제안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내 프로필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받은 후기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4133088"/>
            <a:ext cx="1463040" cy="0"/>
          </a:xfrm>
          <a:prstGeom prst="line">
            <a:avLst/>
          </a:prstGeom>
          <a:noFill/>
          <a:ln w="20320">
            <a:solidFill>
              <a:srgbClr val="565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89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1289304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후기 · 정산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8183880" cy="13716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920240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후기 + 답글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474720"/>
            <a:ext cx="2606040" cy="7315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474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통계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474720"/>
            <a:ext cx="2606040" cy="7315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474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통계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32520" y="3474720"/>
            <a:ext cx="2606040" cy="7315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474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통계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4343400"/>
            <a:ext cx="8183880" cy="100584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4343400"/>
            <a:ext cx="8183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내역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WIREFRAME / LOW-FI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5806440"/>
          </a:xfrm>
          <a:prstGeom prst="rect">
            <a:avLst/>
          </a:prstGeom>
          <a:ln w="21590">
            <a:solidFill>
              <a:srgbClr val="6A70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4C9C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758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       ← 요청 내역으로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28930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65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견적서 — ○○ 님 · 상황 [배지][상태]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166360" cy="34747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166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체형 측정 (세그먼트 바)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66360" cy="91440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920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체형진단 결과 상세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5166360" cy="132588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97180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내용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4434840"/>
            <a:ext cx="5166360" cy="960120"/>
          </a:xfrm>
          <a:prstGeom prst="rect">
            <a:avLst/>
          </a:prstGeom>
          <a:ln w="19050">
            <a:solidFill>
              <a:srgbClr val="6A70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43484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(수락/거절·완료/취소)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쇼퍼 지원 포털 — 러프 스케치</dc:title>
  <dc:subject>PptxGenJS Presentation</dc:subject>
  <dc:creator>PptxGenJS</dc:creator>
  <cp:lastModifiedBy>PptxGenJS</cp:lastModifiedBy>
  <cp:revision>1</cp:revision>
  <dcterms:created xsi:type="dcterms:W3CDTF">2026-07-10T05:40:33Z</dcterms:created>
  <dcterms:modified xsi:type="dcterms:W3CDTF">2026-07-10T05:40:33Z</dcterms:modified>
</cp:coreProperties>
</file>